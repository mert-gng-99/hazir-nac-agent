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242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A2420"/>
                </a:solidFill>
                <a:latin typeface="Calibri"/>
              </a:rPr>
              <a:t>Our model of minutes to a complete headcount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6B58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A242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58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0A3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Paper muster</c:v>
                  </c:pt>
                  <c:pt idx="1">
                    <c:v>With Hazir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A242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E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6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6E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Hazir is the word a worker says at roll call. It means present. Open with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count after an alarm. Every safety manager in the room has lived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new hardware is the line that wins the safety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words shift hours only. Every worker representative asks this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is the demo moment. Alarm to a full count in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Mega projects are named in the theme. Slicing is what a giga site can actually afford.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private network card matters. Giga sites are exactly where private 5G lands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new hardware beats every tag vendor in the room on cost and on upkeep.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Stopped days cost more than the product. Say that number out loud in a pilot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banned phones card shows you have thought about a real refinery. Do not drop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insurer is the quiet buyer. They push the contractor for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line and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6B5844">
              <a:alpha val="55000"/>
            </a:srgbClr>
          </a:solidFill>
          <a:ln w="12700">
            <a:solidFill>
              <a:srgbClr val="6B584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F0A32B">
              <a:alpha val="30000"/>
            </a:srgbClr>
          </a:solidFill>
          <a:ln w="12700">
            <a:solidFill>
              <a:srgbClr val="F0A3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A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IGNITE HACKATHON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Hazir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E0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knows who is still inside the site, in the one minute when that answer decides who lives.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6035040" cy="566928"/>
          </a:xfrm>
          <a:prstGeom prst="roundRect">
            <a:avLst>
              <a:gd name="adj" fmla="val 48387"/>
            </a:avLst>
          </a:prstGeom>
          <a:solidFill>
            <a:srgbClr val="6B5844"/>
          </a:solidFill>
          <a:ln w="12700">
            <a:solidFill>
              <a:srgbClr val="6B58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1772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   Smart Cities, Urban Safety and Mega Projects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GSMA Open Gateway CAMARA APIs and Nokia Network as Code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muster list is on paper and the site is huge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444240" cy="1417320"/>
          </a:xfrm>
          <a:prstGeom prst="roundRect">
            <a:avLst>
              <a:gd name="adj" fmla="val 7742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92224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58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432304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can share one giga project site in the Gulf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58640" y="1645920"/>
            <a:ext cx="3444240" cy="1417320"/>
          </a:xfrm>
          <a:prstGeom prst="roundRect">
            <a:avLst>
              <a:gd name="adj" fmla="val 7742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7240" y="1792224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58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87240" y="2432304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still how most sites count people after an alarm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22920" y="1645920"/>
            <a:ext cx="3444240" cy="1417320"/>
          </a:xfrm>
          <a:prstGeom prst="roundRect">
            <a:avLst>
              <a:gd name="adj" fmla="val 7742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1520" y="1792224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58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hour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351520" y="2432304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pass before anyone knows who is missing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3502152"/>
            <a:ext cx="201168" cy="201168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429000"/>
            <a:ext cx="1049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fire, a gas leak, a collapse or a storm, the site has to know who came out. Today that count is a supervisor walking a line of tired people with a clipboard.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" y="4160520"/>
            <a:ext cx="201168" cy="201168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087368"/>
            <a:ext cx="1049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is the quiet killer. Work bans exist, but a manager cannot see who is still standing in open sun on a far corner of a site that spans many square kilometres.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818888"/>
            <a:ext cx="201168" cy="201168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745736"/>
            <a:ext cx="1049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control stops at the gate. Once a worker is inside, nobody knows if he walked into a crane path or an excavation he holds no ticket for.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5477256"/>
            <a:ext cx="201168" cy="201168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5404104"/>
            <a:ext cx="1049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worker stops answering, the team cannot tell a flat battery from a man on the ground behind a container.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count is already in the network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444240" cy="182880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975104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headcount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0392" y="2395728"/>
            <a:ext cx="2932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enrolled line carries a fence for its zone, so the moment an alarm sounds the agent already knows who left and who did not.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8640" y="1737360"/>
            <a:ext cx="3444240" cy="182880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4672" y="1975104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444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that check tickets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4672" y="2395728"/>
            <a:ext cx="2932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worker enters a zone he is not cleared for, the agent tells the supervisor of that zone, not the worker, who may not read the language.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2920" y="1737360"/>
            <a:ext cx="3444240" cy="182880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78952" y="1975104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0872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becomes an address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78952" y="2395728"/>
            <a:ext cx="2932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that stops answering during a heat alert or an incident turns into a search job with a last known area.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886200"/>
            <a:ext cx="10972800" cy="1417320"/>
          </a:xfrm>
          <a:prstGeom prst="roundRect">
            <a:avLst>
              <a:gd name="adj" fmla="val 7742"/>
            </a:avLst>
          </a:prstGeom>
          <a:solidFill>
            <a:srgbClr val="2A2420"/>
          </a:solidFill>
          <a:ln w="12700">
            <a:solidFill>
              <a:srgbClr val="2A24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69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for the judges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389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site does not need a new badge, a new tag or a new app. Every worker already carries a line, and the network already knows which zone that line is in.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5486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layer is built only with the tools listed in the official Resource and Tooling Guide.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CONSENT IS EASY 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site already hands out the 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1792" y="1783080"/>
            <a:ext cx="457200" cy="457200"/>
          </a:xfrm>
          <a:prstGeom prst="ellipse">
            <a:avLst/>
          </a:prstGeom>
          <a:solidFill>
            <a:srgbClr val="6B5844"/>
          </a:solidFill>
          <a:ln w="12700">
            <a:solidFill>
              <a:srgbClr val="6B5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6479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is inducted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039112"/>
            <a:ext cx="4462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signs a contract and gets a kit. On most Gulf sites the company line is already part of that kit.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3154680"/>
            <a:ext cx="457200" cy="457200"/>
          </a:xfrm>
          <a:prstGeom prst="ellipse">
            <a:avLst/>
          </a:prstGeom>
          <a:solidFill>
            <a:srgbClr val="6B5844"/>
          </a:solidFill>
          <a:ln w="12700">
            <a:solidFill>
              <a:srgbClr val="6B58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13639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consent at induction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410712"/>
            <a:ext cx="4462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out in his own language, with the reason. It covers shift hours and incidents, nothing else.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4526280"/>
            <a:ext cx="457200" cy="457200"/>
          </a:xfrm>
          <a:prstGeom prst="ellipse">
            <a:avLst/>
          </a:prstGeom>
          <a:solidFill>
            <a:srgbClr val="6B5844"/>
          </a:solidFill>
          <a:ln w="12700">
            <a:solidFill>
              <a:srgbClr val="6B58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450799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switches off at the gate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782312"/>
            <a:ext cx="4462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reads nothing after he clocks out. No evenings, no rest days, no camp.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2020824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0025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consent is the hard part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19672" y="2441448"/>
            <a:ext cx="4791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geofencing works one line at a time and needs the consent of that line owner. A contracted workforce with a company issued line clears that in one signature at induction, which is why this idea can actually ship.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402336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4261104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42428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level, not a pin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19672" y="4681728"/>
            <a:ext cx="4791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asks which zone a line is in, not where a man is standing. That is enough to run a muster and far less than a camera already records.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LOGIC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agent decides, step by step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1792" y="1783080"/>
            <a:ext cx="457200" cy="457200"/>
          </a:xfrm>
          <a:prstGeom prst="ellipse">
            <a:avLst/>
          </a:prstGeom>
          <a:solidFill>
            <a:srgbClr val="6B5844"/>
          </a:solidFill>
          <a:ln w="12700">
            <a:solidFill>
              <a:srgbClr val="6B5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6479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starts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039112"/>
            <a:ext cx="4462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switches on the zone fences for the lines on today plan and nothing else.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3108960"/>
            <a:ext cx="457200" cy="457200"/>
          </a:xfrm>
          <a:prstGeom prst="ellipse">
            <a:avLst/>
          </a:prstGeom>
          <a:solidFill>
            <a:srgbClr val="6B5844"/>
          </a:solidFill>
          <a:ln w="12700">
            <a:solidFill>
              <a:srgbClr val="6B58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09067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does not match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364992"/>
            <a:ext cx="4462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walks into a zone he is not cleared for. The zone supervisor gets one message.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4434840"/>
            <a:ext cx="457200" cy="457200"/>
          </a:xfrm>
          <a:prstGeom prst="ellipse">
            <a:avLst/>
          </a:prstGeom>
          <a:solidFill>
            <a:srgbClr val="6B5844"/>
          </a:solidFill>
          <a:ln w="12700">
            <a:solidFill>
              <a:srgbClr val="6B58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441655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 index climbs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690872"/>
            <a:ext cx="4462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checks who is still inside open air zones and asks the right supervisor to move them.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457200" cy="457200"/>
          </a:xfrm>
          <a:prstGeom prst="ellipse">
            <a:avLst/>
          </a:prstGeom>
          <a:solidFill>
            <a:srgbClr val="6B5844"/>
          </a:solidFill>
          <a:ln w="12700">
            <a:solidFill>
              <a:srgbClr val="6B58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22008" y="176479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alarm is declared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22008" y="2039112"/>
            <a:ext cx="4645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fence flips to a muster fence. The count starts in the same second, not after the walk.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108960"/>
            <a:ext cx="457200" cy="457200"/>
          </a:xfrm>
          <a:prstGeom prst="ellipse">
            <a:avLst/>
          </a:prstGeom>
          <a:solidFill>
            <a:srgbClr val="6B5844"/>
          </a:solidFill>
          <a:ln w="12700">
            <a:solidFill>
              <a:srgbClr val="6B58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22008" y="309067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splits in two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22008" y="3364992"/>
            <a:ext cx="4645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that left and answered are safe. Silent lines go to the search team with a last known area.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434840"/>
            <a:ext cx="457200" cy="457200"/>
          </a:xfrm>
          <a:prstGeom prst="ellipse">
            <a:avLst/>
          </a:prstGeom>
          <a:solidFill>
            <a:srgbClr val="6B5844"/>
          </a:solidFill>
          <a:ln w="12700">
            <a:solidFill>
              <a:srgbClr val="6B58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22008" y="441655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is protected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22008" y="4690872"/>
            <a:ext cx="4645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fills with calls, so the agent puts rescue phones and drones on a reserved lane.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3492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this flow needs a worker to press anything. That is the whole point on a site where hands are full.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APIS ON NOKIA NETWORK AS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network signals across one shift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975104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956816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Verification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0392" y="2395728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company line is the one in the worker's hand.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17570" y="1737360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73602" y="1975104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03370" y="1956816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673602" y="2395728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subscription per line and work zone, created at induction.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40780" y="1737360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6812" y="1975104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6580" y="1956816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Verification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6812" y="2395728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yes or no about a zone. No track of the man is ever built.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63990" y="1737360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0022" y="1975104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49790" y="1956816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Reachability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320022" y="2395728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a dead phone from a worker who can be reached but is not moving.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3721608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" y="3959352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941064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Retrieval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0392" y="4379976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last known area, only for a line that stayed silent in an alert.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417570" y="3721608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73602" y="3959352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03370" y="3941064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Insights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673602" y="4379976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full the cell is once every phone on site starts calling.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40780" y="3721608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6812" y="3959352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26580" y="3941064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Device Attachment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496812" y="4379976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the rescue team's phones and drones on a private lane in seconds.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063990" y="3721608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0022" y="3959352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49790" y="3941064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on Demand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320022" y="4379976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stable video for the medic and the incident commander.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94360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are wired in the working prototype and called by the shipped scenarios. Eight scenarios, each reaching the outcome it claims, spending one to six calls a case and 77.5% less than calling every check.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 alarm to a full count in seconds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455164" cy="1965960"/>
          </a:xfrm>
          <a:prstGeom prst="roundRect">
            <a:avLst>
              <a:gd name="adj" fmla="val 4651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84248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systems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58952" y="2532888"/>
            <a:ext cx="2125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plan, the ticket register and the alarm panel the site already runs.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04388" y="2647188"/>
            <a:ext cx="274320" cy="237744"/>
          </a:xfrm>
          <a:prstGeom prst="rightArrow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33572" y="1783080"/>
            <a:ext cx="2455164" cy="1965960"/>
          </a:xfrm>
          <a:prstGeom prst="roundRect">
            <a:avLst>
              <a:gd name="adj" fmla="val 4651"/>
            </a:avLst>
          </a:prstGeom>
          <a:solidFill>
            <a:srgbClr val="6B5844"/>
          </a:solidFill>
          <a:ln w="12700">
            <a:solidFill>
              <a:srgbClr val="6B58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6452" y="1984248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 agent core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98164" y="2532888"/>
            <a:ext cx="2125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0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zone map, the ticket rules, the muster state and every open case.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2647188"/>
            <a:ext cx="274320" cy="237744"/>
          </a:xfrm>
          <a:prstGeom prst="rightArrow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2784" y="1783080"/>
            <a:ext cx="2455164" cy="1965960"/>
          </a:xfrm>
          <a:prstGeom prst="roundRect">
            <a:avLst>
              <a:gd name="adj" fmla="val 4651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984248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Network as Code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37376" y="2532888"/>
            <a:ext cx="2125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quotas, consent tokens and the simulator numbers for the demo.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82812" y="2647188"/>
            <a:ext cx="274320" cy="237744"/>
          </a:xfrm>
          <a:prstGeom prst="rightArrow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11996" y="1783080"/>
            <a:ext cx="2455164" cy="1965960"/>
          </a:xfrm>
          <a:prstGeom prst="roundRect">
            <a:avLst>
              <a:gd name="adj" fmla="val 4651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4876" y="1984248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APIs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276588" y="2532888"/>
            <a:ext cx="2125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Geofencing, location, reachability, congestion, quality and slicing.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069080"/>
            <a:ext cx="3444240" cy="1463040"/>
          </a:xfrm>
          <a:prstGeom prst="roundRect">
            <a:avLst>
              <a:gd name="adj" fmla="val 6250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06824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428853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screens only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50392" y="4727448"/>
            <a:ext cx="2932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zone board for the supervisor and a muster board for the incident commander. Nothing else during an event.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58640" y="4069080"/>
            <a:ext cx="3444240" cy="1463040"/>
          </a:xfrm>
          <a:prstGeom prst="roundRect">
            <a:avLst>
              <a:gd name="adj" fmla="val 6250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4672" y="4306824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4440" y="428853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on a private network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614672" y="4727448"/>
            <a:ext cx="2932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giga site runs its own network, the site becomes the API provider and the agent logic does not change.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22920" y="4069080"/>
            <a:ext cx="3444240" cy="1463040"/>
          </a:xfrm>
          <a:prstGeom prst="roundRect">
            <a:avLst>
              <a:gd name="adj" fmla="val 6250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78952" y="4306824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08720" y="428853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the demo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378952" y="4727448"/>
            <a:ext cx="2932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numbers play a full alarm, a muster and a missing worker with no real SIM cards.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 count badges. Hazir counts people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F4F3F1"/>
          </a:solidFill>
          <a:ln w="12700">
            <a:solidFill>
              <a:srgbClr val="F4F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safety today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587752"/>
            <a:ext cx="201168" cy="201168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2514600"/>
            <a:ext cx="4279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badge at the gate, and nothing after that.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300984"/>
            <a:ext cx="201168" cy="201168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3227832"/>
            <a:ext cx="4279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tags and beacons that need charging and repair.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4014216"/>
            <a:ext cx="201168" cy="201168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3941064"/>
            <a:ext cx="4279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muster walked by a tired supervisor.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4727448"/>
            <a:ext cx="201168" cy="201168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4654296"/>
            <a:ext cx="4279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silent worker is a mystery until someone finds him.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2A2420"/>
          </a:solidFill>
          <a:ln w="12700">
            <a:solidFill>
              <a:srgbClr val="2A24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A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safety with Hazir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83680" y="2587752"/>
            <a:ext cx="182880" cy="182880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1152" y="25146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he already carries does the work, all shift.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83680" y="3300984"/>
            <a:ext cx="182880" cy="182880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32278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hardware to buy, charge, lose or repair.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83680" y="4014216"/>
            <a:ext cx="182880" cy="182880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394106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 exists before the alarm finishes sounding.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0" y="4727448"/>
            <a:ext cx="182880" cy="182880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4654296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silent line is the first name on the search list.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count is the first thing and the slowest thing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60350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783080"/>
            <a:ext cx="4617720" cy="1188720"/>
          </a:xfrm>
          <a:prstGeom prst="roundRect">
            <a:avLst>
              <a:gd name="adj" fmla="val 7692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05472" y="2020824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35240" y="20025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workers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205472" y="2441448"/>
            <a:ext cx="4105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arrives at the right corner of the site instead of searching the whole of it.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949440" y="3154680"/>
            <a:ext cx="4617720" cy="1188720"/>
          </a:xfrm>
          <a:prstGeom prst="roundRect">
            <a:avLst>
              <a:gd name="adj" fmla="val 7692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05472" y="3392424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35240" y="33741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contractors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205472" y="3813048"/>
            <a:ext cx="4105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safety record, fewer stopped days and a real answer for the client and the insurer.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949440" y="4526280"/>
            <a:ext cx="4617720" cy="1188720"/>
          </a:xfrm>
          <a:prstGeom prst="roundRect">
            <a:avLst>
              <a:gd name="adj" fmla="val 7692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05472" y="4764024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47457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region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205472" y="5184648"/>
            <a:ext cx="4105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 fits ports, refineries, mines, airports and large event venues.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94360" y="5212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our own model, not measured data. We show the assumptions behind it in the demo.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hard questions, answered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326380" cy="1417320"/>
          </a:xfrm>
          <a:prstGeom prst="roundRect">
            <a:avLst>
              <a:gd name="adj" fmla="val 6452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57400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on a personal foreign SIM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377440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APIs are weak on roaming. The site issues the line with the kit, the same way it issues a helmet, and the agent flags anyone still on an outside line.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0780" y="1874520"/>
            <a:ext cx="5326380" cy="1417320"/>
          </a:xfrm>
          <a:prstGeom prst="roundRect">
            <a:avLst>
              <a:gd name="adj" fmla="val 6452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6812" y="2057400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feels like surveillance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6812" y="2377440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hours only, zone level and never a pin, and the worker can see every check made on him. It exists to get him out of a burning site alive.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547872"/>
            <a:ext cx="5326380" cy="1417320"/>
          </a:xfrm>
          <a:prstGeom prst="roundRect">
            <a:avLst>
              <a:gd name="adj" fmla="val 6452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730752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is not exact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4050792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location is not metres. A site is already divided into large zones, so a zone and a direction is exactly the answer a muster needs.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0780" y="3547872"/>
            <a:ext cx="5326380" cy="1417320"/>
          </a:xfrm>
          <a:prstGeom prst="roundRect">
            <a:avLst>
              <a:gd name="adj" fmla="val 6452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6812" y="3730752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are banned in some zones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6812" y="4050792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in refineries and blast areas. There the agent works on the supervisor line and the intrinsically safe handsets those crews already carry.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AND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monthly price per worker on site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444240" cy="1920240"/>
          </a:xfrm>
          <a:prstGeom prst="roundRect">
            <a:avLst>
              <a:gd name="adj" fmla="val 4762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975104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0392" y="2395728"/>
            <a:ext cx="2932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contractors and safety departments pay per worker each month. One avoided stopped day pays for a year.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8640" y="1737360"/>
            <a:ext cx="3444240" cy="1920240"/>
          </a:xfrm>
          <a:prstGeom prst="roundRect">
            <a:avLst>
              <a:gd name="adj" fmla="val 4762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4672" y="1975104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444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pushes it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4672" y="2395728"/>
            <a:ext cx="2932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and project clients ask for it, because a live muster lowers their own risk on a giga project.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2920" y="1737360"/>
            <a:ext cx="3444240" cy="1920240"/>
          </a:xfrm>
          <a:prstGeom prst="roundRect">
            <a:avLst>
              <a:gd name="adj" fmla="val 4762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78952" y="1975104"/>
            <a:ext cx="310896" cy="310896"/>
          </a:xfrm>
          <a:prstGeom prst="ellipse">
            <a:avLst/>
          </a:prstGeom>
          <a:solidFill>
            <a:srgbClr val="F0A32B"/>
          </a:solidFill>
          <a:ln w="12700">
            <a:solidFill>
              <a:srgbClr val="F0A3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0872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share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78952" y="2395728"/>
            <a:ext cx="2932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earn from every API call and can sell Hazir with the site line plan they already provide.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" y="3977640"/>
            <a:ext cx="457200" cy="457200"/>
          </a:xfrm>
          <a:prstGeom prst="ellipse">
            <a:avLst/>
          </a:prstGeom>
          <a:solidFill>
            <a:srgbClr val="6B5844"/>
          </a:solidFill>
          <a:ln w="12700">
            <a:solidFill>
              <a:srgbClr val="6B58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959352"/>
            <a:ext cx="10314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submitted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233672"/>
            <a:ext cx="10314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fences, induction consent, the muster count, ticket checks, the heat rule and the rescue lane.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" y="4690872"/>
            <a:ext cx="457200" cy="457200"/>
          </a:xfrm>
          <a:prstGeom prst="ellipse">
            <a:avLst/>
          </a:prstGeom>
          <a:solidFill>
            <a:srgbClr val="6B5844"/>
          </a:solidFill>
          <a:ln w="12700">
            <a:solidFill>
              <a:srgbClr val="6B58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672584"/>
            <a:ext cx="10314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with an operator key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946904"/>
            <a:ext cx="10314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 against live Nokia Network as Code, replacing simulator answers one API at a time.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" y="5404104"/>
            <a:ext cx="457200" cy="457200"/>
          </a:xfrm>
          <a:prstGeom prst="ellipse">
            <a:avLst/>
          </a:prstGeom>
          <a:solidFill>
            <a:srgbClr val="6B5844"/>
          </a:solidFill>
          <a:ln w="12700">
            <a:solidFill>
              <a:srgbClr val="6B58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5385816"/>
            <a:ext cx="10314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hackathon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5660136"/>
            <a:ext cx="10314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6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paid pilot on a Turkish contractor site, then one Gulf giga project package.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023360" cy="4023360"/>
          </a:xfrm>
          <a:prstGeom prst="ellipse">
            <a:avLst/>
          </a:prstGeom>
          <a:solidFill>
            <a:srgbClr val="6B5844">
              <a:alpha val="50000"/>
            </a:srgbClr>
          </a:solidFill>
          <a:ln w="12700">
            <a:solidFill>
              <a:srgbClr val="6B58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00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A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the alarm, the only question is who is still inside.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0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answers it from the network in seconds, with no new tag, no new app and no new hardware.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Hazir</dc:title>
  <dc:subject>PptxGenJS Presentation</dc:subject>
  <dc:creator>Mert Gungor</dc:creator>
  <cp:lastModifiedBy>Mert Gungor</cp:lastModifiedBy>
  <cp:revision>1</cp:revision>
  <dcterms:created xsi:type="dcterms:W3CDTF">2026-08-23T14:53:02Z</dcterms:created>
  <dcterms:modified xsi:type="dcterms:W3CDTF">2026-08-23T14:53:02Z</dcterms:modified>
</cp:coreProperties>
</file>